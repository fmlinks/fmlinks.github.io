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4369" r:id="rId3"/>
    <p:sldId id="4377" r:id="rId4"/>
    <p:sldId id="4376" r:id="rId5"/>
    <p:sldId id="4378" r:id="rId6"/>
    <p:sldId id="4379" r:id="rId7"/>
    <p:sldId id="4380" r:id="rId8"/>
    <p:sldId id="4381" r:id="rId9"/>
    <p:sldId id="4382" r:id="rId10"/>
    <p:sldId id="4383" r:id="rId11"/>
    <p:sldId id="4384" r:id="rId12"/>
    <p:sldId id="4385" r:id="rId13"/>
    <p:sldId id="4386" r:id="rId14"/>
    <p:sldId id="257" r:id="rId15"/>
    <p:sldId id="4371" r:id="rId16"/>
    <p:sldId id="4372" r:id="rId17"/>
    <p:sldId id="4373" r:id="rId18"/>
    <p:sldId id="4370" r:id="rId19"/>
    <p:sldId id="4367" r:id="rId20"/>
    <p:sldId id="43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2919" y="12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18" Type="http://schemas.openxmlformats.org/officeDocument/2006/relationships/image" Target="../media/image6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17" Type="http://schemas.openxmlformats.org/officeDocument/2006/relationships/image" Target="../media/image66.png"/><Relationship Id="rId2" Type="http://schemas.openxmlformats.org/officeDocument/2006/relationships/image" Target="../media/image51.png"/><Relationship Id="rId16" Type="http://schemas.openxmlformats.org/officeDocument/2006/relationships/image" Target="../media/image65.png"/><Relationship Id="rId20" Type="http://schemas.openxmlformats.org/officeDocument/2006/relationships/image" Target="../media/image6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19" Type="http://schemas.openxmlformats.org/officeDocument/2006/relationships/image" Target="../media/image68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18" Type="http://schemas.openxmlformats.org/officeDocument/2006/relationships/image" Target="../media/image6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17" Type="http://schemas.openxmlformats.org/officeDocument/2006/relationships/image" Target="../media/image66.png"/><Relationship Id="rId2" Type="http://schemas.openxmlformats.org/officeDocument/2006/relationships/image" Target="../media/image51.png"/><Relationship Id="rId16" Type="http://schemas.openxmlformats.org/officeDocument/2006/relationships/image" Target="../media/image65.png"/><Relationship Id="rId20" Type="http://schemas.openxmlformats.org/officeDocument/2006/relationships/image" Target="../media/image6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19" Type="http://schemas.openxmlformats.org/officeDocument/2006/relationships/image" Target="../media/image68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DBDE-4F7C-6A75-2BE2-010F773F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F136B7-A402-7709-DD8B-58A6E5D4E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" t="2595" r="1072" b="1788"/>
          <a:stretch>
            <a:fillRect/>
          </a:stretch>
        </p:blipFill>
        <p:spPr>
          <a:xfrm>
            <a:off x="7989" y="373742"/>
            <a:ext cx="12175529" cy="6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1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2CE5-A6D7-0AE5-BFF4-110099D5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4D6C9E5-CA09-652D-94DD-EB66930F7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539" y="4602027"/>
            <a:ext cx="2102101" cy="218122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4A195CF-594B-6490-7BCC-3F0ACB13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707"/>
          <a:stretch>
            <a:fillRect/>
          </a:stretch>
        </p:blipFill>
        <p:spPr>
          <a:xfrm>
            <a:off x="79827" y="74749"/>
            <a:ext cx="12003316" cy="457740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C60D88C-7DAB-6430-4B2B-A5B0DB6AD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649" y="4739521"/>
            <a:ext cx="2902867" cy="14140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4E703FC-E13B-7D1C-F781-93DB402130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67" y="4729995"/>
            <a:ext cx="2868660" cy="194666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B5513C9-7276-AFCB-0348-462CAA090C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663" y="4721851"/>
            <a:ext cx="3010305" cy="15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7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A375-6D69-D20A-A58E-8E44D5C1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AB43B2B-A87F-2A22-BD00-873D00C72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243"/>
            <a:ext cx="12192000" cy="54382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BA488BB-0893-79DB-33C6-60B18F55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455" b="33563"/>
          <a:stretch>
            <a:fillRect/>
          </a:stretch>
        </p:blipFill>
        <p:spPr>
          <a:xfrm>
            <a:off x="3964549" y="5738964"/>
            <a:ext cx="4100980" cy="10554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7E90ED8-FCE4-9F9B-720B-462B715F9B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36"/>
          <a:stretch>
            <a:fillRect/>
          </a:stretch>
        </p:blipFill>
        <p:spPr>
          <a:xfrm>
            <a:off x="8048158" y="5729651"/>
            <a:ext cx="4100980" cy="107405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A33D53C-DE4F-B992-1CEC-C81E49EC4B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9" b="67018"/>
          <a:stretch>
            <a:fillRect/>
          </a:stretch>
        </p:blipFill>
        <p:spPr>
          <a:xfrm>
            <a:off x="42862" y="5729651"/>
            <a:ext cx="3977155" cy="105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1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F21-6A91-73F8-762C-663C3E6CB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C510291-D18D-BDCA-75EB-3651FBFC9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5" y="950914"/>
            <a:ext cx="12075150" cy="481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351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BA98E-C354-8021-00DD-231A214D8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7331DB-A53C-6E0F-6413-95EDD34A9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66"/>
            <a:ext cx="6886163" cy="434191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60D42F5-823A-E0D7-3BA6-25778DEE7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210" y="-1"/>
            <a:ext cx="4869965" cy="48831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E6EC600-5197-9056-301B-50E3B1523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529" y="5156200"/>
            <a:ext cx="5156471" cy="16436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AE453ED-8736-1388-C031-BAA5DC03A7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4317999"/>
            <a:ext cx="6757576" cy="251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0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3E565-0648-79ED-44D5-77D05ADE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06DD1E8-F1BA-FC76-4FFA-5A4F338EE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71502"/>
            <a:ext cx="5734050" cy="299000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0E49E42-F514-A86B-AD62-5F7858196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721" y="0"/>
            <a:ext cx="6211282" cy="6858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94F448E-F72C-491E-1D6C-2DE37A2AC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53786"/>
            <a:ext cx="5829300" cy="159124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2843CE6-6163-DEA6-2D63-141FAC601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939" y="5294941"/>
            <a:ext cx="3255852" cy="135427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B049250-6ED5-D475-B5FB-8606013027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237305"/>
            <a:ext cx="2634443" cy="146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860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74E6E-F1DB-CE09-3080-7E8790882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158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E939-5680-B8C3-68B8-B2B024FC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2111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3D5F-A6DC-F4B6-BC52-CDACB35EB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6149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6</Words>
  <Application>Microsoft Office PowerPoint</Application>
  <PresentationFormat>宽屏</PresentationFormat>
  <Paragraphs>6</Paragraphs>
  <Slides>20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23</cp:revision>
  <dcterms:created xsi:type="dcterms:W3CDTF">2025-08-29T15:58:35Z</dcterms:created>
  <dcterms:modified xsi:type="dcterms:W3CDTF">2025-08-30T08:06:55Z</dcterms:modified>
</cp:coreProperties>
</file>