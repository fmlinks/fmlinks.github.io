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4367" r:id="rId4"/>
    <p:sldId id="436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319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A0562A7-78F5-2408-E8E0-EA7CEABFE6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5848" y="0"/>
            <a:ext cx="76262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</Words>
  <Application>Microsoft Office PowerPoint</Application>
  <PresentationFormat>宽屏</PresentationFormat>
  <Paragraphs>1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4</cp:revision>
  <dcterms:created xsi:type="dcterms:W3CDTF">2025-08-29T15:58:35Z</dcterms:created>
  <dcterms:modified xsi:type="dcterms:W3CDTF">2025-08-29T16:52:41Z</dcterms:modified>
</cp:coreProperties>
</file>