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436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>
        <p:scale>
          <a:sx n="66" d="100"/>
          <a:sy n="66" d="100"/>
        </p:scale>
        <p:origin x="2319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A99CF-1D18-4547-A0D0-85C1993C8662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43C35-88DF-49E8-A7CF-222C5F1494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335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839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358D3E-8A75-B7CA-34EE-AACE7C88E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A0F57E-8724-1490-6A50-0BEBFF7605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854CD3-3F90-BE93-5646-5683E534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F9A4C1-B71E-6FD6-00B2-4976522CC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B8EC5E-CE27-4FC3-5522-424E2F3FD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55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65A72-E438-6ACD-E3B2-2338E2F2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0D4F8-0274-CEF5-F5D5-BEA5959CB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9551C-A8AB-56F6-B99A-DCC07C0B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64D104-15EF-3E24-1D3D-731456A8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F2CE33-8CC2-5958-6BE3-5CC5A8879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163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5C6395-FD98-E698-9A99-C5F94BF9F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B768A-7638-690C-7771-A8925BB15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040D62-8EFE-C2E7-48CB-1F0468204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215831-D51F-CACA-9B2C-E0CD25BF1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8A4A93-16E4-0CA0-4F3D-D9B3FE492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134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89A1B-A2A8-2D7D-678B-5E054CC7C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0F184A-D4BC-129E-7FF2-D6FA8465B6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D95D7F-F272-C948-CCE2-B80969B8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FB6725-0FE4-9D6A-AE7C-73CEB6882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C2FCD3-736D-8174-498B-A58CD69E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60E4CC-D4CE-8B14-F47D-F8767293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716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3286DE-DDF9-31FD-5956-C05C75C72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3A1688-C716-2674-21F9-A0F0AEDCF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5CD6EE8-8396-FAB9-5D69-75F60300B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12CA915-0790-5AA2-EFAA-F43BEE7032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EC92A77-3C83-A275-6798-EBD614F6DD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2D8C78-90D9-AE19-676C-EAF01394F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5C5D6DC-822F-AF6D-24FC-9DFE7BB0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EFAC9-1B6E-8FA4-CCE0-E8B9E6D0F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6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EF8B3E-11DF-C063-A72D-6D6C6D44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B89068-775E-A8CD-A3BA-06928D83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E949C-27AA-FCEF-57AB-A90DF9EFA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87D6D4-1D83-92DF-C36B-CFB1DB75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3803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A859137-2610-0CDB-3679-292141B3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9A6696B-6E9E-786C-C8E5-E2F48AEDF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DD40E4-2156-1ED5-E386-DD75F0A4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93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A61F9-255D-D755-79A8-F6FA6785F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E2FE19-4BD8-58AF-1AAB-B7A62FE8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C14EF5-C122-DECB-1F98-0F887F39B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23F09-856B-2BE8-D0C6-77E92E15B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063630-5C4E-BE37-45B2-EADA04690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E5134A-A273-A717-7316-68685A622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096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A93D68-DB2B-2991-DB91-07C9626DB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A1DC74-A9B1-37FF-C12D-83DD62C0A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71B25E-6CC9-FBBB-795A-866A2FCD0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C9B4CB-1D0C-FE40-C69D-5F98E468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349F59-4A99-17EB-DDA3-7E975E391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D77C3B-7FB3-4A13-6333-BBCB7C43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6739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003CB-EA50-2085-2E90-89408A870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2B28D3-3E18-8940-A1CB-7A5027AA3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79D0AE-937F-6667-A10D-F02081C9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244280-3B0E-8F62-201E-FA342C4A7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6A527-98A3-767F-2589-5B84E2DE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779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288AD3-1DD4-8CC1-C7E5-9713F42DE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876CC-36BE-003E-9562-A884769C4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1CED6-6E66-7080-F723-38D838D1A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AE60C-56DE-975F-8EBE-EAF3F762E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EE95DD-17A3-F2F2-E042-83B5479E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29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CFBC0B-3623-D79C-8B46-CA9A481B1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28F5AD-CC5C-A41D-3989-5D77DBC8D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35EBA-A89B-5064-19B2-9830B57AF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6F098F-CB63-9D94-801F-9A6BA7641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734606-83B1-8A02-9075-E262E7C35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315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20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0B6AF8A9-905B-5882-A116-8D5483587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2814"/>
            <a:ext cx="6676570" cy="1396186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DAEC0540-F8C9-7AC8-A177-EC961AF8B2BB}"/>
              </a:ext>
            </a:extLst>
          </p:cNvPr>
          <p:cNvGrpSpPr/>
          <p:nvPr/>
        </p:nvGrpSpPr>
        <p:grpSpPr>
          <a:xfrm>
            <a:off x="148588" y="3533580"/>
            <a:ext cx="6445717" cy="3107250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F9A3745D-29BA-C660-FDEA-9B604AFAE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2565EB7-52C0-2718-4034-D35932B19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DCF04153-EFE9-2758-C36E-B4B468485B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0" y="0"/>
            <a:ext cx="6676570" cy="201544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1A0562A7-78F5-2408-E8E0-EA7CEABFE6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5848" y="0"/>
            <a:ext cx="76262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29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4620-82E7-C068-77A8-96BDAFAE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DE3D718-16DD-0BB1-E08D-BC704E3EC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432" y="2038350"/>
            <a:ext cx="8043568" cy="481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870429-AEDE-0703-F03A-9E0454AFB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695825"/>
            <a:ext cx="4006967" cy="216217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AA1C9F3-3199-E582-0BBB-42FAE9DA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4007612" cy="21621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408C2294-FD46-C6B2-E9C4-29EE309E7C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345772"/>
            <a:ext cx="4007612" cy="2166456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905534E5-BD04-E41B-A94D-7F8E40FC5326}"/>
              </a:ext>
            </a:extLst>
          </p:cNvPr>
          <p:cNvGrpSpPr/>
          <p:nvPr/>
        </p:nvGrpSpPr>
        <p:grpSpPr>
          <a:xfrm>
            <a:off x="4148432" y="147867"/>
            <a:ext cx="8043568" cy="1736860"/>
            <a:chOff x="4099813" y="-1198470"/>
            <a:chExt cx="13446446" cy="2692671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E1BC96F-E32A-B178-766A-BCF836DF7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99813" y="-1198470"/>
              <a:ext cx="6686550" cy="269267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ECE01A1-B18E-8154-68B1-F3018421A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897692" y="-1198470"/>
              <a:ext cx="6648567" cy="26926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3510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11A-4ED3-3518-A24C-96AC2541C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886304D-D3E5-9DC1-4A7F-80EBD2305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447"/>
          <a:stretch>
            <a:fillRect/>
          </a:stretch>
        </p:blipFill>
        <p:spPr>
          <a:xfrm>
            <a:off x="3726785" y="3082335"/>
            <a:ext cx="6632669" cy="3684225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4C4A946C-A03B-E465-0912-7492C1E496EE}"/>
              </a:ext>
            </a:extLst>
          </p:cNvPr>
          <p:cNvGrpSpPr/>
          <p:nvPr/>
        </p:nvGrpSpPr>
        <p:grpSpPr>
          <a:xfrm>
            <a:off x="95466" y="3041780"/>
            <a:ext cx="3581182" cy="377076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03355D93-5443-FB1A-B6BD-8613BD015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1E68346C-C1A6-5F86-086A-D8064C8E9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8D383612-9057-AE1F-E85A-9E6B7DE2C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65239BBA-C294-0D09-35E5-359A993CC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713726E0-1142-4690-1087-73D30A6C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895F0DC-518B-3A2C-6C9C-089D96EFB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AC259916-03FB-E8E4-BA79-D6E0B81025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C1F2F04C-2522-BEA9-F7F4-C79DA55D4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E79C728E-6BAC-D3EE-4A9C-75D926D43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6DC13ACF-4476-6684-9A3C-ECDCDECE7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3CF94AB7-B131-D3D7-F38A-CA0743F31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09BDEC21-3A1C-F083-AAD3-526822380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315DA1E0-3DEC-8379-A22F-8BCF89231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4ABD559A-4A7D-E5DD-98BA-26ECB77ED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B2F35B2D-957C-ED37-95BA-B124BAA90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BAA11A3-BF89-61A0-DA61-AAC3CDFAB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AD8746C4-E3EF-343A-3884-F5DB23D71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08"/>
          <a:stretch>
            <a:fillRect/>
          </a:stretch>
        </p:blipFill>
        <p:spPr>
          <a:xfrm>
            <a:off x="71656" y="-1"/>
            <a:ext cx="12120344" cy="295144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E7CC991-DF5A-D6CE-9596-9BE293459A6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60370" y="3110746"/>
            <a:ext cx="1616482" cy="1764296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478AEDD5-880B-11FD-4F9A-7543C4C97F8C}"/>
              </a:ext>
            </a:extLst>
          </p:cNvPr>
          <p:cNvGrpSpPr/>
          <p:nvPr/>
        </p:nvGrpSpPr>
        <p:grpSpPr>
          <a:xfrm>
            <a:off x="10436171" y="5076628"/>
            <a:ext cx="1700469" cy="1646828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9B2FB26-EBE3-0448-27EC-B956524600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922A5F47-7331-9932-D2FE-2FFC8335FB5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982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</Words>
  <Application>Microsoft Office PowerPoint</Application>
  <PresentationFormat>宽屏</PresentationFormat>
  <Paragraphs>1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Fengming Lin</dc:creator>
  <cp:lastModifiedBy>Fengming Lin</cp:lastModifiedBy>
  <cp:revision>3</cp:revision>
  <dcterms:created xsi:type="dcterms:W3CDTF">2025-08-29T15:58:35Z</dcterms:created>
  <dcterms:modified xsi:type="dcterms:W3CDTF">2025-08-29T16:42:06Z</dcterms:modified>
</cp:coreProperties>
</file>