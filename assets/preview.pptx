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>
        <p:scale>
          <a:sx n="100" d="100"/>
          <a:sy n="100" d="100"/>
        </p:scale>
        <p:origin x="534" y="19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A99CF-1D18-4547-A0D0-85C1993C8662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043C35-88DF-49E8-A7CF-222C5F1494E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3356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0839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358D3E-8A75-B7CA-34EE-AACE7C88E3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8A0F57E-8724-1490-6A50-0BEBFF7605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B854CD3-3F90-BE93-5646-5683E5342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F9A4C1-B71E-6FD6-00B2-4976522CCD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EB8EC5E-CE27-4FC3-5522-424E2F3FD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4551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765A72-E438-6ACD-E3B2-2338E2F2A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8C0D4F8-0274-CEF5-F5D5-BEA5959CB5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399551C-A8AB-56F6-B99A-DCC07C0B3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564D104-15EF-3E24-1D3D-731456A84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FF2CE33-8CC2-5958-6BE3-5CC5A8879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11633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5C6395-FD98-E698-9A99-C5F94BF9F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42B768A-7638-690C-7771-A8925BB15D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5040D62-8EFE-C2E7-48CB-1F0468204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215831-D51F-CACA-9B2C-E0CD25BF1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C8A4A93-16E4-0CA0-4F3D-D9B3FE492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2134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389A1B-A2A8-2D7D-678B-5E054CC7C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B0F184A-D4BC-129E-7FF2-D6FA8465B6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6D95D7F-F272-C948-CCE2-B80969B847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6FB6725-0FE4-9D6A-AE7C-73CEB6882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C2FCD3-736D-8174-498B-A58CD69E2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E60E4CC-D4CE-8B14-F47D-F8767293B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3716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3286DE-DDF9-31FD-5956-C05C75C725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53A1688-C716-2674-21F9-A0F0AEDCF1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5CD6EE8-8396-FAB9-5D69-75F60300B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12CA915-0790-5AA2-EFAA-F43BEE7032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EC92A77-3C83-A275-6798-EBD614F6DD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A2D8C78-90D9-AE19-676C-EAF01394F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5C5D6DC-822F-AF6D-24FC-9DFE7BB0F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60EFAC9-1B6E-8FA4-CCE0-E8B9E6D0F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637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EF8B3E-11DF-C063-A72D-6D6C6D44D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5B89068-775E-A8CD-A3BA-06928D83D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3DE949C-27AA-FCEF-57AB-A90DF9EFA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187D6D4-1D83-92DF-C36B-CFB1DB75D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38031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A859137-2610-0CDB-3679-292141B39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9A6696B-6E9E-786C-C8E5-E2F48AEDF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9DD40E4-2156-1ED5-E386-DD75F0A42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937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FA61F9-255D-D755-79A8-F6FA6785F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E2FE19-4BD8-58AF-1AAB-B7A62FE82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C14EF5-C122-DECB-1F98-0F887F39BC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CF23F09-856B-2BE8-D0C6-77E92E15B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4063630-5C4E-BE37-45B2-EADA04690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3E5134A-A273-A717-7316-68685A622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00968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A93D68-DB2B-2991-DB91-07C9626DBD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9A1DC74-A9B1-37FF-C12D-83DD62C0A9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E71B25E-6CC9-FBBB-795A-866A2FCD03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5C9B4CB-1D0C-FE40-C69D-5F98E4687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D349F59-4A99-17EB-DDA3-7E975E391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1D77C3B-7FB3-4A13-6333-BBCB7C432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6739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C003CB-EA50-2085-2E90-89408A870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02B28D3-3E18-8940-A1CB-7A5027AA33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79D0AE-937F-6667-A10D-F02081C936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244280-3B0E-8F62-201E-FA342C4A7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726A527-98A3-767F-2589-5B84E2DEF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4779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9288AD3-1DD4-8CC1-C7E5-9713F42DE7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66876CC-36BE-003E-9562-A884769C4D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E1CED6-6E66-7080-F723-38D838D1A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EAE60C-56DE-975F-8EBE-EAF3F762E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2EE95DD-17A3-F2F2-E042-83B5479E7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6729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7CFBC0B-3623-D79C-8B46-CA9A481B1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E28F5AD-CC5C-A41D-3989-5D77DBC8D4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E935EBA-A89B-5064-19B2-9830B57AF4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6F098F-CB63-9D94-801F-9A6BA76415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1734606-83B1-8A02-9075-E262E7C359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3151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0B6AF8A9-905B-5882-A116-8D54835872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32814"/>
            <a:ext cx="6676570" cy="1396186"/>
          </a:xfrm>
          <a:prstGeom prst="rect">
            <a:avLst/>
          </a:prstGeom>
        </p:spPr>
      </p:pic>
      <p:grpSp>
        <p:nvGrpSpPr>
          <p:cNvPr id="15" name="组合 14">
            <a:extLst>
              <a:ext uri="{FF2B5EF4-FFF2-40B4-BE49-F238E27FC236}">
                <a16:creationId xmlns:a16="http://schemas.microsoft.com/office/drawing/2014/main" id="{DAEC0540-F8C9-7AC8-A177-EC961AF8B2BB}"/>
              </a:ext>
            </a:extLst>
          </p:cNvPr>
          <p:cNvGrpSpPr/>
          <p:nvPr/>
        </p:nvGrpSpPr>
        <p:grpSpPr>
          <a:xfrm>
            <a:off x="148588" y="3533580"/>
            <a:ext cx="6445717" cy="3107250"/>
            <a:chOff x="251458" y="3545010"/>
            <a:chExt cx="6184901" cy="2981520"/>
          </a:xfrm>
        </p:grpSpPr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F9A3745D-29BA-C660-FDEA-9B604AFAE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1821" y="5025853"/>
              <a:ext cx="6065637" cy="1500677"/>
            </a:xfrm>
            <a:prstGeom prst="rect">
              <a:avLst/>
            </a:prstGeom>
          </p:spPr>
        </p:pic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32565EB7-52C0-2718-4034-D35932B19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1458" y="3545010"/>
              <a:ext cx="6184901" cy="1514670"/>
            </a:xfrm>
            <a:prstGeom prst="rect">
              <a:avLst/>
            </a:prstGeom>
          </p:spPr>
        </p:pic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DCF04153-EFE9-2758-C36E-B4B468485BE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1001"/>
          <a:stretch>
            <a:fillRect/>
          </a:stretch>
        </p:blipFill>
        <p:spPr>
          <a:xfrm>
            <a:off x="0" y="0"/>
            <a:ext cx="6676570" cy="2015445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1A0562A7-78F5-2408-E8E0-EA7CEABFE6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25848" y="0"/>
            <a:ext cx="762624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294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4620-82E7-C068-77A8-96BDAFAE7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1DE3D718-16DD-0BB1-E08D-BC704E3EC2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8432" y="2038350"/>
            <a:ext cx="8043568" cy="481965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6870429-AEDE-0703-F03A-9E0454AFB7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4695825"/>
            <a:ext cx="4006967" cy="2162175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3AA1C9F3-3199-E582-0BBB-42FAE9DA9C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4007612" cy="2162175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408C2294-FD46-C6B2-E9C4-29EE309E7C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" y="2345772"/>
            <a:ext cx="4007612" cy="2166456"/>
          </a:xfrm>
          <a:prstGeom prst="rect">
            <a:avLst/>
          </a:prstGeom>
        </p:spPr>
      </p:pic>
      <p:grpSp>
        <p:nvGrpSpPr>
          <p:cNvPr id="22" name="组合 21">
            <a:extLst>
              <a:ext uri="{FF2B5EF4-FFF2-40B4-BE49-F238E27FC236}">
                <a16:creationId xmlns:a16="http://schemas.microsoft.com/office/drawing/2014/main" id="{905534E5-BD04-E41B-A94D-7F8E40FC5326}"/>
              </a:ext>
            </a:extLst>
          </p:cNvPr>
          <p:cNvGrpSpPr/>
          <p:nvPr/>
        </p:nvGrpSpPr>
        <p:grpSpPr>
          <a:xfrm>
            <a:off x="4148432" y="147867"/>
            <a:ext cx="8043568" cy="1736860"/>
            <a:chOff x="4099813" y="-1198470"/>
            <a:chExt cx="13446446" cy="2692671"/>
          </a:xfrm>
        </p:grpSpPr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DE1BC96F-E32A-B178-766A-BCF836DF727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099813" y="-1198470"/>
              <a:ext cx="6686550" cy="2692671"/>
            </a:xfrm>
            <a:prstGeom prst="rect">
              <a:avLst/>
            </a:prstGeom>
          </p:spPr>
        </p:pic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FECE01A1-B18E-8154-68B1-F3018421ABA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897692" y="-1198470"/>
              <a:ext cx="6648567" cy="269267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235109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</Words>
  <Application>Microsoft Office PowerPoint</Application>
  <PresentationFormat>宽屏</PresentationFormat>
  <Paragraphs>1</Paragraphs>
  <Slides>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Fengming Lin</dc:creator>
  <cp:lastModifiedBy>Fengming Lin</cp:lastModifiedBy>
  <cp:revision>2</cp:revision>
  <dcterms:created xsi:type="dcterms:W3CDTF">2025-08-29T15:58:35Z</dcterms:created>
  <dcterms:modified xsi:type="dcterms:W3CDTF">2025-08-29T16:13:05Z</dcterms:modified>
</cp:coreProperties>
</file>