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4369" r:id="rId3"/>
    <p:sldId id="4377" r:id="rId4"/>
    <p:sldId id="4376" r:id="rId5"/>
    <p:sldId id="257" r:id="rId6"/>
    <p:sldId id="4371" r:id="rId7"/>
    <p:sldId id="4372" r:id="rId8"/>
    <p:sldId id="4373" r:id="rId9"/>
    <p:sldId id="4370" r:id="rId10"/>
    <p:sldId id="4367" r:id="rId11"/>
    <p:sldId id="43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50" d="100"/>
          <a:sy n="50" d="100"/>
        </p:scale>
        <p:origin x="2919" y="12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" Type="http://schemas.openxmlformats.org/officeDocument/2006/relationships/image" Target="../media/image33.png"/><Relationship Id="rId16" Type="http://schemas.openxmlformats.org/officeDocument/2006/relationships/image" Target="../media/image47.png"/><Relationship Id="rId20" Type="http://schemas.openxmlformats.org/officeDocument/2006/relationships/image" Target="../media/image5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10" Type="http://schemas.openxmlformats.org/officeDocument/2006/relationships/image" Target="../media/image41.png"/><Relationship Id="rId19" Type="http://schemas.openxmlformats.org/officeDocument/2006/relationships/image" Target="../media/image50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" Type="http://schemas.openxmlformats.org/officeDocument/2006/relationships/image" Target="../media/image33.png"/><Relationship Id="rId16" Type="http://schemas.openxmlformats.org/officeDocument/2006/relationships/image" Target="../media/image47.png"/><Relationship Id="rId20" Type="http://schemas.openxmlformats.org/officeDocument/2006/relationships/image" Target="../media/image5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10" Type="http://schemas.openxmlformats.org/officeDocument/2006/relationships/image" Target="../media/image41.png"/><Relationship Id="rId19" Type="http://schemas.openxmlformats.org/officeDocument/2006/relationships/image" Target="../media/image50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</TotalTime>
  <Words>6</Words>
  <Application>Microsoft Office PowerPoint</Application>
  <PresentationFormat>宽屏</PresentationFormat>
  <Paragraphs>6</Paragraphs>
  <Slides>11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16</cp:revision>
  <dcterms:created xsi:type="dcterms:W3CDTF">2025-08-29T15:58:35Z</dcterms:created>
  <dcterms:modified xsi:type="dcterms:W3CDTF">2025-08-30T00:27:52Z</dcterms:modified>
</cp:coreProperties>
</file>