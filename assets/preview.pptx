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4380" r:id="rId8"/>
    <p:sldId id="4381" r:id="rId9"/>
    <p:sldId id="4382" r:id="rId10"/>
    <p:sldId id="257" r:id="rId11"/>
    <p:sldId id="4371" r:id="rId12"/>
    <p:sldId id="4372" r:id="rId13"/>
    <p:sldId id="4373" r:id="rId14"/>
    <p:sldId id="4370" r:id="rId15"/>
    <p:sldId id="4367" r:id="rId16"/>
    <p:sldId id="43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75" d="100"/>
          <a:sy n="75" d="100"/>
        </p:scale>
        <p:origin x="1959" y="7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" Type="http://schemas.openxmlformats.org/officeDocument/2006/relationships/image" Target="../media/image41.png"/><Relationship Id="rId16" Type="http://schemas.openxmlformats.org/officeDocument/2006/relationships/image" Target="../media/image55.png"/><Relationship Id="rId20" Type="http://schemas.openxmlformats.org/officeDocument/2006/relationships/image" Target="../media/image5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" Type="http://schemas.openxmlformats.org/officeDocument/2006/relationships/image" Target="../media/image41.png"/><Relationship Id="rId16" Type="http://schemas.openxmlformats.org/officeDocument/2006/relationships/image" Target="../media/image55.png"/><Relationship Id="rId20" Type="http://schemas.openxmlformats.org/officeDocument/2006/relationships/image" Target="../media/image5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4D6C9E5-CA09-652D-94DD-EB66930F7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539" y="4602027"/>
            <a:ext cx="2102101" cy="218122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4A195CF-594B-6490-7BCC-3F0ACB13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707"/>
          <a:stretch>
            <a:fillRect/>
          </a:stretch>
        </p:blipFill>
        <p:spPr>
          <a:xfrm>
            <a:off x="79827" y="74749"/>
            <a:ext cx="12003316" cy="45774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C60D88C-7DAB-6430-4B2B-A5B0DB6AD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49" y="4739521"/>
            <a:ext cx="2902867" cy="14140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4E703FC-E13B-7D1C-F781-93DB40213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67" y="4729995"/>
            <a:ext cx="2868660" cy="19466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B5513C9-7276-AFCB-0348-462CAA090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3" y="4721851"/>
            <a:ext cx="3010305" cy="15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A375-6D69-D20A-A58E-8E44D5C1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AB43B2B-A87F-2A22-BD00-873D00C72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43"/>
            <a:ext cx="12192000" cy="54382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BA488BB-0893-79DB-33C6-60B18F55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455" b="33563"/>
          <a:stretch>
            <a:fillRect/>
          </a:stretch>
        </p:blipFill>
        <p:spPr>
          <a:xfrm>
            <a:off x="3964549" y="5738964"/>
            <a:ext cx="4100980" cy="10554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7E90ED8-FCE4-9F9B-720B-462B715F9B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36"/>
          <a:stretch>
            <a:fillRect/>
          </a:stretch>
        </p:blipFill>
        <p:spPr>
          <a:xfrm>
            <a:off x="8048158" y="5729651"/>
            <a:ext cx="4100980" cy="107405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33D53C-DE4F-B992-1CEC-C81E49EC4B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9" b="67018"/>
          <a:stretch>
            <a:fillRect/>
          </a:stretch>
        </p:blipFill>
        <p:spPr>
          <a:xfrm>
            <a:off x="42862" y="5729651"/>
            <a:ext cx="3977155" cy="105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F21-6A91-73F8-762C-663C3E6C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51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A98E-C354-8021-00DD-231A214D8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350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</TotalTime>
  <Words>6</Words>
  <Application>Microsoft Office PowerPoint</Application>
  <PresentationFormat>宽屏</PresentationFormat>
  <Paragraphs>6</Paragraphs>
  <Slides>16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19</cp:revision>
  <dcterms:created xsi:type="dcterms:W3CDTF">2025-08-29T15:58:35Z</dcterms:created>
  <dcterms:modified xsi:type="dcterms:W3CDTF">2025-08-30T07:40:44Z</dcterms:modified>
</cp:coreProperties>
</file>