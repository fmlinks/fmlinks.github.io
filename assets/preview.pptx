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4369" r:id="rId3"/>
    <p:sldId id="257" r:id="rId4"/>
    <p:sldId id="4371" r:id="rId5"/>
    <p:sldId id="4370" r:id="rId6"/>
    <p:sldId id="4367" r:id="rId7"/>
    <p:sldId id="43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1959" y="7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99CF-1D18-4547-A0D0-85C1993C8662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043C35-88DF-49E8-A7CF-222C5F149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335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43C35-88DF-49E8-A7CF-222C5F1494E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751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43C35-88DF-49E8-A7CF-222C5F1494E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839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084E-991F-6E1A-1F62-69FE2D52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9AAB60-A317-A9BF-59B2-3A87076E5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ABB3F3-3A3D-3B6E-5AA2-DB699CDB3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D530C-3FC5-88A1-B747-59D33E155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43C35-88DF-49E8-A7CF-222C5F1494E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08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DBB9-B08E-2EA7-2BE2-B9F07475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E38BD8-74D8-5E8C-0BDB-D26E8CCC8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2D6066-B6FF-1AED-DE0D-F5EB55FAA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34785B-AE33-EDC1-2A5F-AAB16F46C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043C35-88DF-49E8-A7CF-222C5F1494E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57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58D3E-8A75-B7CA-34EE-AACE7C88E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A0F57E-8724-1490-6A50-0BEBFF760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854CD3-3F90-BE93-5646-5683E534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9A4C1-B71E-6FD6-00B2-4976522C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8EC5E-CE27-4FC3-5522-424E2F3FD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55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65A72-E438-6ACD-E3B2-2338E2F2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0D4F8-0274-CEF5-F5D5-BEA5959CB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9551C-A8AB-56F6-B99A-DCC07C0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4D104-15EF-3E24-1D3D-731456A8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F2CE33-8CC2-5958-6BE3-5CC5A887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1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C6395-FD98-E698-9A99-C5F94BF9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B768A-7638-690C-7771-A8925BB15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040D62-8EFE-C2E7-48CB-1F046820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215831-D51F-CACA-9B2C-E0CD25BF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A4A93-16E4-0CA0-4F3D-D9B3FE49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13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89A1B-A2A8-2D7D-678B-5E054CC7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F184A-D4BC-129E-7FF2-D6FA8465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D95D7F-F272-C948-CCE2-B80969B84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FB6725-0FE4-9D6A-AE7C-73CEB688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C2FCD3-736D-8174-498B-A58CD69E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60E4CC-D4CE-8B14-F47D-F8767293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7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286DE-DDF9-31FD-5956-C05C75C7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3A1688-C716-2674-21F9-A0F0AEDCF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CD6EE8-8396-FAB9-5D69-75F60300B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2CA915-0790-5AA2-EFAA-F43BEE703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C92A77-3C83-A275-6798-EBD614F6D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2D8C78-90D9-AE19-676C-EAF01394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C5D6DC-822F-AF6D-24FC-9DFE7BB0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0EFAC9-1B6E-8FA4-CCE0-E8B9E6D0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66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F8B3E-11DF-C063-A72D-6D6C6D44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B89068-775E-A8CD-A3BA-06928D83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DE949C-27AA-FCEF-57AB-A90DF9EFA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87D6D4-1D83-92DF-C36B-CFB1DB75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80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859137-2610-0CDB-3679-292141B3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A6696B-6E9E-786C-C8E5-E2F48AEDF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DD40E4-2156-1ED5-E386-DD75F0A4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93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A61F9-255D-D755-79A8-F6FA6785F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E2FE19-4BD8-58AF-1AAB-B7A62FE82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C14EF5-C122-DECB-1F98-0F887F39B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F23F09-856B-2BE8-D0C6-77E92E15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3630-5C4E-BE37-45B2-EADA0469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E5134A-A273-A717-7316-68685A62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09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93D68-DB2B-2991-DB91-07C9626D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9A1DC74-A9B1-37FF-C12D-83DD62C0A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71B25E-6CC9-FBBB-795A-866A2FCD0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C9B4CB-1D0C-FE40-C69D-5F98E468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349F59-4A99-17EB-DDA3-7E975E39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D77C3B-7FB3-4A13-6333-BBCB7C43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73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003CB-EA50-2085-2E90-89408A87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2B28D3-3E18-8940-A1CB-7A5027AA3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9D0AE-937F-6667-A10D-F02081C9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244280-3B0E-8F62-201E-FA342C4A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26A527-98A3-767F-2589-5B84E2DE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77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288AD3-1DD4-8CC1-C7E5-9713F42DE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876CC-36BE-003E-9562-A884769C4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1CED6-6E66-7080-F723-38D838D1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AE60C-56DE-975F-8EBE-EAF3F762E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EE95DD-17A3-F2F2-E042-83B5479E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72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CFBC0B-3623-D79C-8B46-CA9A481B1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28F5AD-CC5C-A41D-3989-5D77DBC8D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935EBA-A89B-5064-19B2-9830B57AF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2B155-345B-41E6-999B-02D5FDC50C8A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F098F-CB63-9D94-801F-9A6BA7641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734606-83B1-8A02-9075-E262E7C35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21CDB-13D3-48C4-9A9B-84F479726B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15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AEC0540-F8C9-7AC8-A177-EC961AF8B2BB}"/>
              </a:ext>
            </a:extLst>
          </p:cNvPr>
          <p:cNvGrpSpPr/>
          <p:nvPr/>
        </p:nvGrpSpPr>
        <p:grpSpPr>
          <a:xfrm>
            <a:off x="3982723" y="4899944"/>
            <a:ext cx="3666838" cy="1767651"/>
            <a:chOff x="251458" y="3545010"/>
            <a:chExt cx="6184901" cy="29815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9A3745D-29BA-C660-FDEA-9B604AFAE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821" y="5025853"/>
              <a:ext cx="6065637" cy="1500677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2565EB7-52C0-2718-4034-D35932B19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458" y="3545010"/>
              <a:ext cx="6184901" cy="151467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CF04153-EFE9-2758-C36E-B4B468485B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001"/>
          <a:stretch>
            <a:fillRect/>
          </a:stretch>
        </p:blipFill>
        <p:spPr>
          <a:xfrm>
            <a:off x="6349" y="31750"/>
            <a:ext cx="7678017" cy="2317750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DE5A888E-CD77-E4F2-FA87-FDB6D42D69C0}"/>
              </a:ext>
            </a:extLst>
          </p:cNvPr>
          <p:cNvGrpSpPr/>
          <p:nvPr/>
        </p:nvGrpSpPr>
        <p:grpSpPr>
          <a:xfrm>
            <a:off x="7787713" y="381026"/>
            <a:ext cx="4337836" cy="6089824"/>
            <a:chOff x="6708213" y="381026"/>
            <a:chExt cx="4337836" cy="6089824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166CC99-9B01-5B84-32C7-C9D6EC49D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432" r="31725"/>
            <a:stretch>
              <a:fillRect/>
            </a:stretch>
          </p:blipFill>
          <p:spPr>
            <a:xfrm>
              <a:off x="7124191" y="381026"/>
              <a:ext cx="2427250" cy="6089824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A0562A7-78F5-2408-E8E0-EA7CEABFE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0776"/>
            <a:stretch>
              <a:fillRect/>
            </a:stretch>
          </p:blipFill>
          <p:spPr>
            <a:xfrm>
              <a:off x="6708213" y="381026"/>
              <a:ext cx="1301857" cy="6089824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7638A10-3193-212F-0E2A-6A6200189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4636" t="91499" r="56845"/>
            <a:stretch>
              <a:fillRect/>
            </a:stretch>
          </p:blipFill>
          <p:spPr>
            <a:xfrm>
              <a:off x="7478488" y="5953169"/>
              <a:ext cx="1254126" cy="517681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ABE96F1D-F544-44E8-41FC-FF53D4E85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3304" r="17153"/>
            <a:stretch>
              <a:fillRect/>
            </a:stretch>
          </p:blipFill>
          <p:spPr>
            <a:xfrm>
              <a:off x="9452273" y="381026"/>
              <a:ext cx="646272" cy="6089824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D573C2E-243A-897B-AF7F-FA7BE2342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350"/>
            <a:stretch>
              <a:fillRect/>
            </a:stretch>
          </p:blipFill>
          <p:spPr>
            <a:xfrm>
              <a:off x="10053939" y="381026"/>
              <a:ext cx="992110" cy="6089824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0B6AF8A9-905B-5882-A116-8D54835872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5" r="33531" b="4667"/>
          <a:stretch>
            <a:fillRect/>
          </a:stretch>
        </p:blipFill>
        <p:spPr>
          <a:xfrm>
            <a:off x="116613" y="2260497"/>
            <a:ext cx="7584580" cy="232319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3B01322-CAC0-BEA4-90F9-E53B2BFF30D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7742" t="8902" b="3892"/>
          <a:stretch>
            <a:fillRect/>
          </a:stretch>
        </p:blipFill>
        <p:spPr>
          <a:xfrm>
            <a:off x="137003" y="4583688"/>
            <a:ext cx="3759200" cy="212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9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E8AB-3CE7-7E28-2D41-3C48375F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A45DCCE-6BFA-CFF5-8A13-D2FE76332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814"/>
            <a:ext cx="6676570" cy="1396186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66375F3E-7633-B661-C4B2-6A3622319838}"/>
              </a:ext>
            </a:extLst>
          </p:cNvPr>
          <p:cNvGrpSpPr/>
          <p:nvPr/>
        </p:nvGrpSpPr>
        <p:grpSpPr>
          <a:xfrm>
            <a:off x="148588" y="3533580"/>
            <a:ext cx="6445717" cy="3107250"/>
            <a:chOff x="251458" y="3545010"/>
            <a:chExt cx="6184901" cy="29815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CFF2236-134D-55BF-15DD-EF8DF984B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821" y="5025853"/>
              <a:ext cx="6065637" cy="1500677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20344B5-8C62-DEB2-A674-665B9FE0F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458" y="3545010"/>
              <a:ext cx="6184901" cy="151467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1A60D57-EF5F-35DB-7129-3766C3E4D5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001"/>
          <a:stretch>
            <a:fillRect/>
          </a:stretch>
        </p:blipFill>
        <p:spPr>
          <a:xfrm>
            <a:off x="0" y="0"/>
            <a:ext cx="6676570" cy="201544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2ACA3A37-E6F4-0720-6C88-4DB5CF16D761}"/>
              </a:ext>
            </a:extLst>
          </p:cNvPr>
          <p:cNvGrpSpPr/>
          <p:nvPr/>
        </p:nvGrpSpPr>
        <p:grpSpPr>
          <a:xfrm>
            <a:off x="6708213" y="381026"/>
            <a:ext cx="5226612" cy="6089824"/>
            <a:chOff x="6790414" y="1625600"/>
            <a:chExt cx="4029818" cy="4695371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1AA22FE-D6BE-853E-1CBB-AE14506DA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2432"/>
            <a:stretch>
              <a:fillRect/>
            </a:stretch>
          </p:blipFill>
          <p:spPr>
            <a:xfrm>
              <a:off x="7292292" y="1625600"/>
              <a:ext cx="3527940" cy="4695371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C14D6DF3-8A51-ACF1-B67B-193012BBC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0776"/>
            <a:stretch>
              <a:fillRect/>
            </a:stretch>
          </p:blipFill>
          <p:spPr>
            <a:xfrm>
              <a:off x="6790414" y="1625600"/>
              <a:ext cx="1003757" cy="469537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990063-D503-DA78-CFDE-6D92A4B1F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2975" t="91499" r="55043"/>
            <a:stretch>
              <a:fillRect/>
            </a:stretch>
          </p:blipFill>
          <p:spPr>
            <a:xfrm>
              <a:off x="7373537" y="5921829"/>
              <a:ext cx="1147762" cy="399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833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4620-82E7-C068-77A8-96BDAFAE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E3D718-16DD-0BB1-E08D-BC704E3EC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432" y="2038350"/>
            <a:ext cx="8043568" cy="4819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870429-AEDE-0703-F03A-9E0454AFB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695825"/>
            <a:ext cx="4006967" cy="21621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A1C9F3-3199-E582-0BBB-42FAE9DA9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07612" cy="21621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08C2294-FD46-C6B2-E9C4-29EE309E7C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2345772"/>
            <a:ext cx="4007612" cy="2166456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905534E5-BD04-E41B-A94D-7F8E40FC5326}"/>
              </a:ext>
            </a:extLst>
          </p:cNvPr>
          <p:cNvGrpSpPr/>
          <p:nvPr/>
        </p:nvGrpSpPr>
        <p:grpSpPr>
          <a:xfrm>
            <a:off x="4148432" y="147867"/>
            <a:ext cx="8043568" cy="1736860"/>
            <a:chOff x="4099813" y="-1198470"/>
            <a:chExt cx="13446446" cy="2692671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E1BC96F-E32A-B178-766A-BCF836DF7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99813" y="-1198470"/>
              <a:ext cx="6686550" cy="269267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ECE01A1-B18E-8154-68B1-F3018421A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97692" y="-1198470"/>
              <a:ext cx="6648567" cy="2692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35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FE06-01E6-6078-44FC-97494617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DF96A59-02A9-3822-B356-92E75EC9176E}"/>
              </a:ext>
            </a:extLst>
          </p:cNvPr>
          <p:cNvGrpSpPr/>
          <p:nvPr/>
        </p:nvGrpSpPr>
        <p:grpSpPr>
          <a:xfrm>
            <a:off x="107950" y="0"/>
            <a:ext cx="11772900" cy="4556954"/>
            <a:chOff x="107950" y="1080673"/>
            <a:chExt cx="11772900" cy="4556954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C21453C4-39CD-AE1A-81A1-8502D8FBE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86" r="51250"/>
            <a:stretch>
              <a:fillRect/>
            </a:stretch>
          </p:blipFill>
          <p:spPr>
            <a:xfrm>
              <a:off x="107950" y="1080673"/>
              <a:ext cx="5835650" cy="4556954"/>
            </a:xfrm>
            <a:prstGeom prst="rect">
              <a:avLst/>
            </a:prstGeom>
          </p:spPr>
        </p:pic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DDB45426-6390-55F0-8D47-B722EF430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02"/>
            <a:stretch>
              <a:fillRect/>
            </a:stretch>
          </p:blipFill>
          <p:spPr>
            <a:xfrm>
              <a:off x="5943600" y="1080673"/>
              <a:ext cx="5937250" cy="4556954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6E3A97BC-0695-D929-8A06-B0EB1FD5C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" y="4678352"/>
            <a:ext cx="2791465" cy="19673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6208B0-3BBA-972B-4283-B271D854D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406" y="4751785"/>
            <a:ext cx="1709366" cy="20367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A2CA57A-D5AD-C5E1-8846-A9875F5E4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601" y="4761040"/>
            <a:ext cx="2776220" cy="18846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4C2F17-4EC2-A4FB-2779-2F1E46BA69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5141" y="4761040"/>
            <a:ext cx="1748091" cy="202753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D93BBA7-D480-B5A4-2E63-B64C1DBFD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21" y="4751785"/>
            <a:ext cx="2776220" cy="189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45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132F-7D61-14A9-0D08-224B2EC74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84A400-26B4-2BD6-5260-40D03A5E1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016" y="3168650"/>
            <a:ext cx="5913453" cy="35433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BCB0144-E348-E7A5-EDB4-5065F3C3C9EB}"/>
              </a:ext>
            </a:extLst>
          </p:cNvPr>
          <p:cNvGrpSpPr/>
          <p:nvPr/>
        </p:nvGrpSpPr>
        <p:grpSpPr>
          <a:xfrm>
            <a:off x="-1" y="0"/>
            <a:ext cx="6040292" cy="6800850"/>
            <a:chOff x="-1" y="0"/>
            <a:chExt cx="4007613" cy="451222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E88A843-01C0-9F5B-F859-0429D2AD0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4007612" cy="2162175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A04BC57-FFDD-6D0E-2CA5-679ED419E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2345772"/>
              <a:ext cx="4007612" cy="2166456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15B68201-C822-53E6-4984-33B82092F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199" y="382987"/>
            <a:ext cx="5740865" cy="249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4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411A-4ED3-3518-A24C-96AC2541C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886304D-D3E5-9DC1-4A7F-80EBD230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47"/>
          <a:stretch>
            <a:fillRect/>
          </a:stretch>
        </p:blipFill>
        <p:spPr>
          <a:xfrm>
            <a:off x="3726785" y="3082335"/>
            <a:ext cx="6632669" cy="368422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4C4A946C-A03B-E465-0912-7492C1E496EE}"/>
              </a:ext>
            </a:extLst>
          </p:cNvPr>
          <p:cNvGrpSpPr/>
          <p:nvPr/>
        </p:nvGrpSpPr>
        <p:grpSpPr>
          <a:xfrm>
            <a:off x="95466" y="3041780"/>
            <a:ext cx="3581182" cy="3770764"/>
            <a:chOff x="322369" y="1325809"/>
            <a:chExt cx="4651694" cy="4897947"/>
          </a:xfrm>
        </p:grpSpPr>
        <p:pic>
          <p:nvPicPr>
            <p:cNvPr id="51" name="Picture 10">
              <a:extLst>
                <a:ext uri="{FF2B5EF4-FFF2-40B4-BE49-F238E27FC236}">
                  <a16:creationId xmlns:a16="http://schemas.microsoft.com/office/drawing/2014/main" id="{03355D93-5443-FB1A-B6BD-8613BD015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597" t="26846" r="18098" b="32220"/>
            <a:stretch>
              <a:fillRect/>
            </a:stretch>
          </p:blipFill>
          <p:spPr>
            <a:xfrm>
              <a:off x="345895" y="2525933"/>
              <a:ext cx="1142502" cy="1181150"/>
            </a:xfrm>
            <a:prstGeom prst="rect">
              <a:avLst/>
            </a:prstGeom>
          </p:spPr>
        </p:pic>
        <p:pic>
          <p:nvPicPr>
            <p:cNvPr id="52" name="Picture 11">
              <a:extLst>
                <a:ext uri="{FF2B5EF4-FFF2-40B4-BE49-F238E27FC236}">
                  <a16:creationId xmlns:a16="http://schemas.microsoft.com/office/drawing/2014/main" id="{1E68346C-C1A6-5F86-086A-D8064C8E9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8397" y="1325809"/>
              <a:ext cx="1192103" cy="1183577"/>
            </a:xfrm>
            <a:prstGeom prst="rect">
              <a:avLst/>
            </a:prstGeom>
          </p:spPr>
        </p:pic>
        <p:pic>
          <p:nvPicPr>
            <p:cNvPr id="53" name="Picture 12">
              <a:extLst>
                <a:ext uri="{FF2B5EF4-FFF2-40B4-BE49-F238E27FC236}">
                  <a16:creationId xmlns:a16="http://schemas.microsoft.com/office/drawing/2014/main" id="{8D383612-9057-AE1F-E85A-9E6B7DE2C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4083" t="53755" r="19714" b="5089"/>
            <a:stretch>
              <a:fillRect/>
            </a:stretch>
          </p:blipFill>
          <p:spPr>
            <a:xfrm>
              <a:off x="1505706" y="2525933"/>
              <a:ext cx="1142502" cy="1181150"/>
            </a:xfrm>
            <a:prstGeom prst="rect">
              <a:avLst/>
            </a:prstGeom>
          </p:spPr>
        </p:pic>
        <p:pic>
          <p:nvPicPr>
            <p:cNvPr id="54" name="Picture 13">
              <a:extLst>
                <a:ext uri="{FF2B5EF4-FFF2-40B4-BE49-F238E27FC236}">
                  <a16:creationId xmlns:a16="http://schemas.microsoft.com/office/drawing/2014/main" id="{65239BBA-C294-0D09-35E5-359A993CC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48208" y="1325811"/>
              <a:ext cx="1186936" cy="1183577"/>
            </a:xfrm>
            <a:prstGeom prst="rect">
              <a:avLst/>
            </a:prstGeom>
          </p:spPr>
        </p:pic>
        <p:pic>
          <p:nvPicPr>
            <p:cNvPr id="55" name="Picture 14">
              <a:extLst>
                <a:ext uri="{FF2B5EF4-FFF2-40B4-BE49-F238E27FC236}">
                  <a16:creationId xmlns:a16="http://schemas.microsoft.com/office/drawing/2014/main" id="{713726E0-1142-4690-1087-73D30A6CB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9879" t="15610" r="21331" b="43397"/>
            <a:stretch>
              <a:fillRect/>
            </a:stretch>
          </p:blipFill>
          <p:spPr>
            <a:xfrm>
              <a:off x="2713332" y="2525933"/>
              <a:ext cx="1055941" cy="1181150"/>
            </a:xfrm>
            <a:prstGeom prst="rect">
              <a:avLst/>
            </a:prstGeom>
          </p:spPr>
        </p:pic>
        <p:pic>
          <p:nvPicPr>
            <p:cNvPr id="56" name="Picture 15">
              <a:extLst>
                <a:ext uri="{FF2B5EF4-FFF2-40B4-BE49-F238E27FC236}">
                  <a16:creationId xmlns:a16="http://schemas.microsoft.com/office/drawing/2014/main" id="{B895F0DC-518B-3A2C-6C9C-089D96EFB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97608" y="1326135"/>
              <a:ext cx="1176455" cy="1183252"/>
            </a:xfrm>
            <a:prstGeom prst="rect">
              <a:avLst/>
            </a:prstGeom>
          </p:spPr>
        </p:pic>
        <p:pic>
          <p:nvPicPr>
            <p:cNvPr id="57" name="Picture 16">
              <a:extLst>
                <a:ext uri="{FF2B5EF4-FFF2-40B4-BE49-F238E27FC236}">
                  <a16:creationId xmlns:a16="http://schemas.microsoft.com/office/drawing/2014/main" id="{AC259916-03FB-E8E4-BA79-D6E0B8102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5540" t="9778" r="24619" b="41552"/>
            <a:stretch>
              <a:fillRect/>
            </a:stretch>
          </p:blipFill>
          <p:spPr>
            <a:xfrm>
              <a:off x="3834397" y="2525933"/>
              <a:ext cx="1114100" cy="1181150"/>
            </a:xfrm>
            <a:prstGeom prst="rect">
              <a:avLst/>
            </a:prstGeom>
          </p:spPr>
        </p:pic>
        <p:pic>
          <p:nvPicPr>
            <p:cNvPr id="58" name="Picture 17">
              <a:extLst>
                <a:ext uri="{FF2B5EF4-FFF2-40B4-BE49-F238E27FC236}">
                  <a16:creationId xmlns:a16="http://schemas.microsoft.com/office/drawing/2014/main" id="{C1F2F04C-2522-BEA9-F7F4-C79DA55D4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5896" y="1328410"/>
              <a:ext cx="1159810" cy="1180977"/>
            </a:xfrm>
            <a:prstGeom prst="rect">
              <a:avLst/>
            </a:prstGeom>
          </p:spPr>
        </p:pic>
        <p:pic>
          <p:nvPicPr>
            <p:cNvPr id="59" name="Picture 18">
              <a:extLst>
                <a:ext uri="{FF2B5EF4-FFF2-40B4-BE49-F238E27FC236}">
                  <a16:creationId xmlns:a16="http://schemas.microsoft.com/office/drawing/2014/main" id="{E79C728E-6BAC-D3EE-4A9C-75D926D43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6682" t="28529" r="26494" b="21377"/>
            <a:stretch>
              <a:fillRect/>
            </a:stretch>
          </p:blipFill>
          <p:spPr>
            <a:xfrm>
              <a:off x="347935" y="5038482"/>
              <a:ext cx="1113151" cy="1181150"/>
            </a:xfrm>
            <a:prstGeom prst="rect">
              <a:avLst/>
            </a:prstGeom>
          </p:spPr>
        </p:pic>
        <p:pic>
          <p:nvPicPr>
            <p:cNvPr id="60" name="Picture 19">
              <a:extLst>
                <a:ext uri="{FF2B5EF4-FFF2-40B4-BE49-F238E27FC236}">
                  <a16:creationId xmlns:a16="http://schemas.microsoft.com/office/drawing/2014/main" id="{6DC13ACF-4476-6684-9A3C-ECDCDECE7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60194" y="3837069"/>
              <a:ext cx="1167224" cy="1171486"/>
            </a:xfrm>
            <a:prstGeom prst="rect">
              <a:avLst/>
            </a:prstGeom>
          </p:spPr>
        </p:pic>
        <p:pic>
          <p:nvPicPr>
            <p:cNvPr id="61" name="Picture 20">
              <a:extLst>
                <a:ext uri="{FF2B5EF4-FFF2-40B4-BE49-F238E27FC236}">
                  <a16:creationId xmlns:a16="http://schemas.microsoft.com/office/drawing/2014/main" id="{3CF94AB7-B131-D3D7-F38A-CA0743F31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8703" t="17169" r="14647" b="31315"/>
            <a:stretch>
              <a:fillRect/>
            </a:stretch>
          </p:blipFill>
          <p:spPr>
            <a:xfrm>
              <a:off x="1484824" y="5026393"/>
              <a:ext cx="1105528" cy="1197363"/>
            </a:xfrm>
            <a:prstGeom prst="rect">
              <a:avLst/>
            </a:prstGeom>
          </p:spPr>
        </p:pic>
        <p:pic>
          <p:nvPicPr>
            <p:cNvPr id="62" name="Picture 21">
              <a:extLst>
                <a:ext uri="{FF2B5EF4-FFF2-40B4-BE49-F238E27FC236}">
                  <a16:creationId xmlns:a16="http://schemas.microsoft.com/office/drawing/2014/main" id="{09BDEC21-3A1C-F083-AAD3-526822380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614108" y="3840879"/>
              <a:ext cx="1167224" cy="1167676"/>
            </a:xfrm>
            <a:prstGeom prst="rect">
              <a:avLst/>
            </a:prstGeom>
          </p:spPr>
        </p:pic>
        <p:pic>
          <p:nvPicPr>
            <p:cNvPr id="63" name="Picture 22">
              <a:extLst>
                <a:ext uri="{FF2B5EF4-FFF2-40B4-BE49-F238E27FC236}">
                  <a16:creationId xmlns:a16="http://schemas.microsoft.com/office/drawing/2014/main" id="{315DA1E0-3DEC-8379-A22F-8BCF89231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777" t="35532" r="8987" b="10834"/>
            <a:stretch>
              <a:fillRect/>
            </a:stretch>
          </p:blipFill>
          <p:spPr>
            <a:xfrm>
              <a:off x="2627418" y="5028281"/>
              <a:ext cx="1153467" cy="1191351"/>
            </a:xfrm>
            <a:prstGeom prst="rect">
              <a:avLst/>
            </a:prstGeom>
          </p:spPr>
        </p:pic>
        <p:pic>
          <p:nvPicPr>
            <p:cNvPr id="64" name="Picture 23">
              <a:extLst>
                <a:ext uri="{FF2B5EF4-FFF2-40B4-BE49-F238E27FC236}">
                  <a16:creationId xmlns:a16="http://schemas.microsoft.com/office/drawing/2014/main" id="{4ABD559A-4A7D-E5DD-98BA-26ECB77ED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81332" y="3837067"/>
              <a:ext cx="1167165" cy="1171486"/>
            </a:xfrm>
            <a:prstGeom prst="rect">
              <a:avLst/>
            </a:prstGeom>
          </p:spPr>
        </p:pic>
        <p:pic>
          <p:nvPicPr>
            <p:cNvPr id="65" name="Picture 24">
              <a:extLst>
                <a:ext uri="{FF2B5EF4-FFF2-40B4-BE49-F238E27FC236}">
                  <a16:creationId xmlns:a16="http://schemas.microsoft.com/office/drawing/2014/main" id="{B2F35B2D-957C-ED37-95BA-B124BAA90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40448" t="27491" r="19205"/>
            <a:stretch>
              <a:fillRect/>
            </a:stretch>
          </p:blipFill>
          <p:spPr>
            <a:xfrm>
              <a:off x="3817950" y="5028281"/>
              <a:ext cx="1110766" cy="1191350"/>
            </a:xfrm>
            <a:prstGeom prst="rect">
              <a:avLst/>
            </a:prstGeom>
          </p:spPr>
        </p:pic>
        <p:pic>
          <p:nvPicPr>
            <p:cNvPr id="66" name="Picture 25">
              <a:extLst>
                <a:ext uri="{FF2B5EF4-FFF2-40B4-BE49-F238E27FC236}">
                  <a16:creationId xmlns:a16="http://schemas.microsoft.com/office/drawing/2014/main" id="{CBAA11A3-BF89-61A0-DA61-AAC3CDFAB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22369" y="3841446"/>
              <a:ext cx="1167920" cy="1167109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D8746C4-E3EF-343A-3884-F5DB23D71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508"/>
          <a:stretch>
            <a:fillRect/>
          </a:stretch>
        </p:blipFill>
        <p:spPr>
          <a:xfrm>
            <a:off x="71656" y="-1"/>
            <a:ext cx="12120344" cy="29514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E7CC991-DF5A-D6CE-9596-9BE293459A6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60370" y="3110746"/>
            <a:ext cx="1616482" cy="176429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478AEDD5-880B-11FD-4F9A-7543C4C97F8C}"/>
              </a:ext>
            </a:extLst>
          </p:cNvPr>
          <p:cNvGrpSpPr/>
          <p:nvPr/>
        </p:nvGrpSpPr>
        <p:grpSpPr>
          <a:xfrm>
            <a:off x="10436171" y="5076628"/>
            <a:ext cx="1700469" cy="1646828"/>
            <a:chOff x="10518825" y="3082335"/>
            <a:chExt cx="2092275" cy="2026275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E9B2FB26-EBE3-0448-27EC-B956524600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81" t="50679" r="43422"/>
            <a:stretch>
              <a:fillRect/>
            </a:stretch>
          </p:blipFill>
          <p:spPr bwMode="auto">
            <a:xfrm>
              <a:off x="10518825" y="3082335"/>
              <a:ext cx="2092275" cy="997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922A5F47-7331-9932-D2FE-2FFC8335FB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5" t="50679" r="8368"/>
            <a:stretch>
              <a:fillRect/>
            </a:stretch>
          </p:blipFill>
          <p:spPr bwMode="auto">
            <a:xfrm>
              <a:off x="10518825" y="4110896"/>
              <a:ext cx="2092274" cy="997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398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B9670-0A77-6B57-F1F5-73B36E36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2D54BC-FC52-9B66-E9E4-6A7EA704B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" b="-1"/>
          <a:stretch>
            <a:fillRect/>
          </a:stretch>
        </p:blipFill>
        <p:spPr>
          <a:xfrm>
            <a:off x="6836230" y="138921"/>
            <a:ext cx="5109027" cy="4079026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351C8916-451C-5D7F-7FEC-04D448F750E8}"/>
              </a:ext>
            </a:extLst>
          </p:cNvPr>
          <p:cNvGrpSpPr/>
          <p:nvPr/>
        </p:nvGrpSpPr>
        <p:grpSpPr>
          <a:xfrm>
            <a:off x="90656" y="138922"/>
            <a:ext cx="6253485" cy="6584534"/>
            <a:chOff x="322369" y="1325809"/>
            <a:chExt cx="4651694" cy="4897947"/>
          </a:xfrm>
        </p:grpSpPr>
        <p:pic>
          <p:nvPicPr>
            <p:cNvPr id="51" name="Picture 10">
              <a:extLst>
                <a:ext uri="{FF2B5EF4-FFF2-40B4-BE49-F238E27FC236}">
                  <a16:creationId xmlns:a16="http://schemas.microsoft.com/office/drawing/2014/main" id="{4E621726-9A88-C3A9-001C-D4C89B31C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597" t="26846" r="18098" b="32220"/>
            <a:stretch>
              <a:fillRect/>
            </a:stretch>
          </p:blipFill>
          <p:spPr>
            <a:xfrm>
              <a:off x="345895" y="2525933"/>
              <a:ext cx="1142502" cy="1181150"/>
            </a:xfrm>
            <a:prstGeom prst="rect">
              <a:avLst/>
            </a:prstGeom>
          </p:spPr>
        </p:pic>
        <p:pic>
          <p:nvPicPr>
            <p:cNvPr id="52" name="Picture 11">
              <a:extLst>
                <a:ext uri="{FF2B5EF4-FFF2-40B4-BE49-F238E27FC236}">
                  <a16:creationId xmlns:a16="http://schemas.microsoft.com/office/drawing/2014/main" id="{B34B9293-76AC-1E82-C6C1-310B4E9F4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8397" y="1325809"/>
              <a:ext cx="1192103" cy="1183577"/>
            </a:xfrm>
            <a:prstGeom prst="rect">
              <a:avLst/>
            </a:prstGeom>
          </p:spPr>
        </p:pic>
        <p:pic>
          <p:nvPicPr>
            <p:cNvPr id="53" name="Picture 12">
              <a:extLst>
                <a:ext uri="{FF2B5EF4-FFF2-40B4-BE49-F238E27FC236}">
                  <a16:creationId xmlns:a16="http://schemas.microsoft.com/office/drawing/2014/main" id="{76E7CE2F-EA33-D9FF-07F2-C3330D83D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4083" t="53755" r="19714" b="5089"/>
            <a:stretch>
              <a:fillRect/>
            </a:stretch>
          </p:blipFill>
          <p:spPr>
            <a:xfrm>
              <a:off x="1505706" y="2525933"/>
              <a:ext cx="1142502" cy="1181150"/>
            </a:xfrm>
            <a:prstGeom prst="rect">
              <a:avLst/>
            </a:prstGeom>
          </p:spPr>
        </p:pic>
        <p:pic>
          <p:nvPicPr>
            <p:cNvPr id="54" name="Picture 13">
              <a:extLst>
                <a:ext uri="{FF2B5EF4-FFF2-40B4-BE49-F238E27FC236}">
                  <a16:creationId xmlns:a16="http://schemas.microsoft.com/office/drawing/2014/main" id="{0BA8D620-B007-8253-BE18-72CF2939A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48208" y="1325811"/>
              <a:ext cx="1186936" cy="1183577"/>
            </a:xfrm>
            <a:prstGeom prst="rect">
              <a:avLst/>
            </a:prstGeom>
          </p:spPr>
        </p:pic>
        <p:pic>
          <p:nvPicPr>
            <p:cNvPr id="55" name="Picture 14">
              <a:extLst>
                <a:ext uri="{FF2B5EF4-FFF2-40B4-BE49-F238E27FC236}">
                  <a16:creationId xmlns:a16="http://schemas.microsoft.com/office/drawing/2014/main" id="{E092FC89-AAB7-EC2B-7266-9D45069E2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9879" t="15610" r="21331" b="43397"/>
            <a:stretch>
              <a:fillRect/>
            </a:stretch>
          </p:blipFill>
          <p:spPr>
            <a:xfrm>
              <a:off x="2713332" y="2525933"/>
              <a:ext cx="1055941" cy="1181150"/>
            </a:xfrm>
            <a:prstGeom prst="rect">
              <a:avLst/>
            </a:prstGeom>
          </p:spPr>
        </p:pic>
        <p:pic>
          <p:nvPicPr>
            <p:cNvPr id="56" name="Picture 15">
              <a:extLst>
                <a:ext uri="{FF2B5EF4-FFF2-40B4-BE49-F238E27FC236}">
                  <a16:creationId xmlns:a16="http://schemas.microsoft.com/office/drawing/2014/main" id="{BA8C4983-2FC6-AF7D-748A-4EA236A4E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97608" y="1326135"/>
              <a:ext cx="1176455" cy="1183252"/>
            </a:xfrm>
            <a:prstGeom prst="rect">
              <a:avLst/>
            </a:prstGeom>
          </p:spPr>
        </p:pic>
        <p:pic>
          <p:nvPicPr>
            <p:cNvPr id="57" name="Picture 16">
              <a:extLst>
                <a:ext uri="{FF2B5EF4-FFF2-40B4-BE49-F238E27FC236}">
                  <a16:creationId xmlns:a16="http://schemas.microsoft.com/office/drawing/2014/main" id="{F0444D21-B3F4-3610-FB32-431B5C121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5540" t="9778" r="24619" b="41552"/>
            <a:stretch>
              <a:fillRect/>
            </a:stretch>
          </p:blipFill>
          <p:spPr>
            <a:xfrm>
              <a:off x="3834397" y="2525933"/>
              <a:ext cx="1114100" cy="1181150"/>
            </a:xfrm>
            <a:prstGeom prst="rect">
              <a:avLst/>
            </a:prstGeom>
          </p:spPr>
        </p:pic>
        <p:pic>
          <p:nvPicPr>
            <p:cNvPr id="58" name="Picture 17">
              <a:extLst>
                <a:ext uri="{FF2B5EF4-FFF2-40B4-BE49-F238E27FC236}">
                  <a16:creationId xmlns:a16="http://schemas.microsoft.com/office/drawing/2014/main" id="{3D810CE5-FEAC-635F-175E-884A9CCA9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5896" y="1328410"/>
              <a:ext cx="1159810" cy="1180977"/>
            </a:xfrm>
            <a:prstGeom prst="rect">
              <a:avLst/>
            </a:prstGeom>
          </p:spPr>
        </p:pic>
        <p:pic>
          <p:nvPicPr>
            <p:cNvPr id="59" name="Picture 18">
              <a:extLst>
                <a:ext uri="{FF2B5EF4-FFF2-40B4-BE49-F238E27FC236}">
                  <a16:creationId xmlns:a16="http://schemas.microsoft.com/office/drawing/2014/main" id="{32CC6BE0-65BE-1BD9-FE2E-62196D596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6682" t="28529" r="26494" b="21377"/>
            <a:stretch>
              <a:fillRect/>
            </a:stretch>
          </p:blipFill>
          <p:spPr>
            <a:xfrm>
              <a:off x="347935" y="5038482"/>
              <a:ext cx="1113151" cy="1181150"/>
            </a:xfrm>
            <a:prstGeom prst="rect">
              <a:avLst/>
            </a:prstGeom>
          </p:spPr>
        </p:pic>
        <p:pic>
          <p:nvPicPr>
            <p:cNvPr id="60" name="Picture 19">
              <a:extLst>
                <a:ext uri="{FF2B5EF4-FFF2-40B4-BE49-F238E27FC236}">
                  <a16:creationId xmlns:a16="http://schemas.microsoft.com/office/drawing/2014/main" id="{8D1714E8-F451-4400-C5E1-2355F7754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60194" y="3837069"/>
              <a:ext cx="1167224" cy="1171486"/>
            </a:xfrm>
            <a:prstGeom prst="rect">
              <a:avLst/>
            </a:prstGeom>
          </p:spPr>
        </p:pic>
        <p:pic>
          <p:nvPicPr>
            <p:cNvPr id="61" name="Picture 20">
              <a:extLst>
                <a:ext uri="{FF2B5EF4-FFF2-40B4-BE49-F238E27FC236}">
                  <a16:creationId xmlns:a16="http://schemas.microsoft.com/office/drawing/2014/main" id="{8E3DF8CF-400D-451F-C642-999E6D15C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8703" t="17169" r="14647" b="31315"/>
            <a:stretch>
              <a:fillRect/>
            </a:stretch>
          </p:blipFill>
          <p:spPr>
            <a:xfrm>
              <a:off x="1484824" y="5026393"/>
              <a:ext cx="1105528" cy="1197363"/>
            </a:xfrm>
            <a:prstGeom prst="rect">
              <a:avLst/>
            </a:prstGeom>
          </p:spPr>
        </p:pic>
        <p:pic>
          <p:nvPicPr>
            <p:cNvPr id="62" name="Picture 21">
              <a:extLst>
                <a:ext uri="{FF2B5EF4-FFF2-40B4-BE49-F238E27FC236}">
                  <a16:creationId xmlns:a16="http://schemas.microsoft.com/office/drawing/2014/main" id="{682BB2B2-2072-7820-E381-BB230AC91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614108" y="3840879"/>
              <a:ext cx="1167224" cy="1167676"/>
            </a:xfrm>
            <a:prstGeom prst="rect">
              <a:avLst/>
            </a:prstGeom>
          </p:spPr>
        </p:pic>
        <p:pic>
          <p:nvPicPr>
            <p:cNvPr id="63" name="Picture 22">
              <a:extLst>
                <a:ext uri="{FF2B5EF4-FFF2-40B4-BE49-F238E27FC236}">
                  <a16:creationId xmlns:a16="http://schemas.microsoft.com/office/drawing/2014/main" id="{93C46A90-6948-FC01-CBFE-76670669C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777" t="35532" r="8987" b="10834"/>
            <a:stretch>
              <a:fillRect/>
            </a:stretch>
          </p:blipFill>
          <p:spPr>
            <a:xfrm>
              <a:off x="2627418" y="5028281"/>
              <a:ext cx="1153467" cy="1191351"/>
            </a:xfrm>
            <a:prstGeom prst="rect">
              <a:avLst/>
            </a:prstGeom>
          </p:spPr>
        </p:pic>
        <p:pic>
          <p:nvPicPr>
            <p:cNvPr id="64" name="Picture 23">
              <a:extLst>
                <a:ext uri="{FF2B5EF4-FFF2-40B4-BE49-F238E27FC236}">
                  <a16:creationId xmlns:a16="http://schemas.microsoft.com/office/drawing/2014/main" id="{A8221BED-A7CA-6884-4031-4E9C5F392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81332" y="3837067"/>
              <a:ext cx="1167165" cy="1171486"/>
            </a:xfrm>
            <a:prstGeom prst="rect">
              <a:avLst/>
            </a:prstGeom>
          </p:spPr>
        </p:pic>
        <p:pic>
          <p:nvPicPr>
            <p:cNvPr id="65" name="Picture 24">
              <a:extLst>
                <a:ext uri="{FF2B5EF4-FFF2-40B4-BE49-F238E27FC236}">
                  <a16:creationId xmlns:a16="http://schemas.microsoft.com/office/drawing/2014/main" id="{160051FC-49A1-3867-6A98-1EEA37B61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40448" t="27491" r="19205"/>
            <a:stretch>
              <a:fillRect/>
            </a:stretch>
          </p:blipFill>
          <p:spPr>
            <a:xfrm>
              <a:off x="3817950" y="5028281"/>
              <a:ext cx="1110766" cy="1191350"/>
            </a:xfrm>
            <a:prstGeom prst="rect">
              <a:avLst/>
            </a:prstGeom>
          </p:spPr>
        </p:pic>
        <p:pic>
          <p:nvPicPr>
            <p:cNvPr id="66" name="Picture 25">
              <a:extLst>
                <a:ext uri="{FF2B5EF4-FFF2-40B4-BE49-F238E27FC236}">
                  <a16:creationId xmlns:a16="http://schemas.microsoft.com/office/drawing/2014/main" id="{C9A67CA2-BC5C-7907-6C0A-FE6ADBF07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22369" y="3841446"/>
              <a:ext cx="1167920" cy="1167109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1D4CCC1-C088-CEC1-333C-B5143A31662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36230" y="4283388"/>
            <a:ext cx="2345611" cy="256009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C967A76B-7041-D680-DBE1-D62975C9AFB5}"/>
              </a:ext>
            </a:extLst>
          </p:cNvPr>
          <p:cNvGrpSpPr/>
          <p:nvPr/>
        </p:nvGrpSpPr>
        <p:grpSpPr>
          <a:xfrm>
            <a:off x="9378218" y="4306622"/>
            <a:ext cx="2567040" cy="2486063"/>
            <a:chOff x="10518825" y="3082335"/>
            <a:chExt cx="2092275" cy="2026275"/>
          </a:xfrm>
        </p:grpSpPr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1D2746A-AD33-8575-6D46-AC151B82F9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81" t="50679" r="43422"/>
            <a:stretch>
              <a:fillRect/>
            </a:stretch>
          </p:blipFill>
          <p:spPr bwMode="auto">
            <a:xfrm>
              <a:off x="10518825" y="3082335"/>
              <a:ext cx="2092275" cy="997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A809A0F6-15D9-081C-6F2A-4B16A86656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535" t="50679" r="8368"/>
            <a:stretch>
              <a:fillRect/>
            </a:stretch>
          </p:blipFill>
          <p:spPr bwMode="auto">
            <a:xfrm>
              <a:off x="10518825" y="4110896"/>
              <a:ext cx="2092274" cy="997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6892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4</Words>
  <Application>Microsoft Office PowerPoint</Application>
  <PresentationFormat>宽屏</PresentationFormat>
  <Paragraphs>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Fengming Lin</dc:creator>
  <cp:lastModifiedBy>Fengming Lin</cp:lastModifiedBy>
  <cp:revision>8</cp:revision>
  <dcterms:created xsi:type="dcterms:W3CDTF">2025-08-29T15:58:35Z</dcterms:created>
  <dcterms:modified xsi:type="dcterms:W3CDTF">2025-08-29T23:31:37Z</dcterms:modified>
</cp:coreProperties>
</file>